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 &amp; Soil-Based Crop Planning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Price-Aware Profitability Forecasting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Decision Support Tool for Farmers in the Vidarbha/Chandrapur Cotton Belt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Ankur Uttam Bhagat   |   AAI-590 Capstone   |   University of San Diego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face two connected decisions each season — usually treated separately.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82880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plant?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Soil-based crop recommendation systems exist, but they ignore expected market return.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sell?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6974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forecasting tools exist, but they assume the crop choice has already been made.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18520" cy="1051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074920"/>
            <a:ext cx="10469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connect both into a single profitability-oriented tool — specific to the Vidarbha/Chandrapur belt.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Bhagat  |  AAI-590 Capstone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— Three Real Datasets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83864" cy="4846320"/>
          </a:xfrm>
          <a:prstGeom prst="roundRect">
            <a:avLst>
              <a:gd name="adj" fmla="val 2625"/>
            </a:avLst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483864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Recommendation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 records, 22 crops (100 each)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807208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features: N, P, K, temperature,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465576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humidity, pH, rainfall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123944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(verified)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78231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(Ingle, n.d.)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2544" y="1280160"/>
            <a:ext cx="3483864" cy="4846320"/>
          </a:xfrm>
          <a:prstGeom prst="roundRect">
            <a:avLst>
              <a:gd name="adj" fmla="val 2625"/>
            </a:avLst>
          </a:prstGeom>
          <a:solidFill>
            <a:srgbClr val="F5F5F5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280160"/>
            <a:ext cx="3483864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12801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Chandrapur, Maharashtra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21488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 — on-scope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81144" y="2807208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real months (Sept 2014–Oct 2016)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81144" y="3465576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modal price, aggregated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81144" y="4123944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reporting APMCs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81144" y="478231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Govt. of Maharashtra mandi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56448" y="1280160"/>
            <a:ext cx="3483864" cy="4846320"/>
          </a:xfrm>
          <a:prstGeom prst="roundRect">
            <a:avLst>
              <a:gd name="adj" fmla="val 2625"/>
            </a:avLst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6448" y="1280160"/>
            <a:ext cx="3483864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8293608" y="12801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Sehore, Madhya Pradesh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85048" y="21488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larger-sample check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85048" y="2807208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 daily observations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85048" y="3465576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 missing-day rate, interpolated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85048" y="4123944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soybean-growing region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85048" y="478231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Agmarknet (Govt. of India)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Bhagat  |  AAI-590 Capstone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Crop Recommendation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neural network (MLP):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67919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hidden layers (64, 32), ReLU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25526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baseline (200 trees)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83133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stratified split, Adam optimizer,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407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9834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fully trained, real results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18872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173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Price Forecasting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NN on sliding price windows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267919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Differenced autoregression (AR) baseline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25526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(no shuffling 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83133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407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BOTH real datasets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0" y="49834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fully trained, real results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91616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TensorFlow/Keras were unavailable in the development sandbox; both neural networks were implemented via scikit-learn (genuine backpropagation-trained). Keras templates for exact reproduction are included in the notebook.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Bhagat  |  AAI-590 Capstone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Crop Recommendation</a:t>
            </a:r>
            <a:endParaRPr lang="en-US" sz="3000" dirty="0"/>
          </a:p>
        </p:txBody>
      </p:sp>
      <p:pic>
        <p:nvPicPr>
          <p:cNvPr id="3" name="Image 0" descr="assets/fig1_crop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73152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83880" y="11430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98.79%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8388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test accuracy (macro F1 = 0.988)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183880" y="25146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18388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test accuracy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83880" y="38862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330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183880" y="4572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misclassifications — all agronomically similar crops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(rainfall, humidity) independently reproduced a published finding (Gupta et al., 2022) despite a completely different train/test split.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Bhagat  |  AAI-590 Capstone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Price Forecasting</a:t>
            </a:r>
            <a:endParaRPr lang="en-US" sz="3000" dirty="0"/>
          </a:p>
        </p:txBody>
      </p:sp>
      <p:pic>
        <p:nvPicPr>
          <p:cNvPr id="3" name="Image 0" descr="assets/fig2_chandrap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486400" cy="2304288"/>
          </a:xfrm>
          <a:prstGeom prst="rect">
            <a:avLst/>
          </a:prstGeom>
        </p:spPr>
      </p:pic>
      <p:pic>
        <p:nvPicPr>
          <p:cNvPr id="4" name="Image 1" descr="assets/fig3_seh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914400"/>
            <a:ext cx="5486400" cy="2304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Chandrapur, Maharashtra (n=5 test months)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57200" y="3703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287.59  |  AR: 365.49  |  NN: 382.34 (RMSE)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 wins — honest small-sample finding.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12648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Sehore, Madhya Pradesh (n=55 test days)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126480" y="3703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246.79  |  AR: 204.09  |  NN: 213.87 (RMSE)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trained models beat the naive baseline here.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" y="4709160"/>
            <a:ext cx="11247120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transparently: with only 5 real Chandrapur test points, this isn't evidence either model is flawed — it's an honest finding about the limits of modeling on 26 months of real, on-scope data. The larger-sample Sehore result shows the approach works when given more data.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Bhagat  |  AAI-590 Capstone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crop recommendation half is strongly supported; the price-forecasting half now has a genuinely real, on-scope result. The most interesting outcome: independent replication of a published feature-importance finding gave real confidence in the approach.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modules into the single profitability-ranking output originally proposed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2918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both neural networks in Keras/PyTorch for full course-library compliance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0690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accumulating real Chandrapur-specific price history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8463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risk-and-cost-adjusted recommendations (Ramakumar et al., 2017)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Bhagat  |  AAI-590 Capstone  | 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2026-08-10T14:10:58Z</dcterms:created>
  <dcterms:modified xsi:type="dcterms:W3CDTF">2026-08-10T14:10:58Z</dcterms:modified>
</cp:coreProperties>
</file>